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Total 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6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DE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00000"/>
                </a:solidFill>
                <a:latin typeface="Calibri"/>
              </a:rPr>
              <a:t>Average Spend Is Nearly Identical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Spend (USD)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Subscribers</c:v>
                  </c:pt>
                  <c:pt idx="1">
                    <c:v>Non-subscribers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59.49</c:v>
                </c:pt>
                <c:pt idx="1">
                  <c:v>59.87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200" u="none">
                  <a:solidFill>
                    <a:srgbClr val="1226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226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DE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Customer Segments (n = 3,900)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26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% of Purchases With a Discount Applied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Pants</c:v>
                  </c:pt>
                  <c:pt idx="1">
                    <c:v>Sweater</c:v>
                  </c:pt>
                  <c:pt idx="2">
                    <c:v>Coat</c:v>
                  </c:pt>
                  <c:pt idx="3">
                    <c:v>Sneakers</c:v>
                  </c:pt>
                  <c:pt idx="4">
                    <c:v>Hat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47.37</c:v>
                </c:pt>
                <c:pt idx="1">
                  <c:v>48.17</c:v>
                </c:pt>
                <c:pt idx="2">
                  <c:v>49.07</c:v>
                </c:pt>
                <c:pt idx="3">
                  <c:v>49.66</c:v>
                </c:pt>
                <c:pt idx="4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226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6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DE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Total Revenue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226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50" u="none">
                  <a:solidFill>
                    <a:srgbClr val="1226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DE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retail transactions into a data-backed growth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0574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 Fadil Ahmed  |  Data Science Student / Analyst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PostgreSQL  ·  SQL  ·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087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371600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the company leverage consumer shopping data to identify trends, improve customer engagement, and optimize product strategy?”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900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observed shifts in purchasing patterns across demographics, product categories, and sales channels.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9044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needs to know which factors — discounts, reviews, seasonality, payment preferences — actually drive purchase decisions and repeat behavior.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0017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8188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translate raw shopping data into concrete levers for sales, satisfaction, and long-term loyalty.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ANALYTICS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stakeholder-ready insight, in four stages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01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feature-engineered 3,900 rows × 18 columns with pandas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63824" y="33832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8F8"/>
          </a:solidFill>
          <a:ln/>
        </p:spPr>
      </p:sp>
      <p:sp>
        <p:nvSpPr>
          <p:cNvPr id="11" name="Shape 9"/>
          <p:cNvSpPr/>
          <p:nvPr/>
        </p:nvSpPr>
        <p:spPr>
          <a:xfrm>
            <a:off x="4274820" y="22860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748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a simulated business transactions store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33832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8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10946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094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questions answered via aggregation &amp; window functions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33104" y="33832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4F8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944100" y="22860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441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cards, charts &amp; slicers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transactions analyzed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subscribed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F4F8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2519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 </a:t>
            </a:r>
            <a:pPr indent="0" marL="0">
              <a:buNone/>
            </a:pPr>
            <a:r>
              <a:rPr lang="en-US" sz="13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Subscription Status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4892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47091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details:  </a:t>
            </a:r>
            <a:pPr indent="0" marL="0">
              <a:buNone/>
            </a:pPr>
            <a:r>
              <a:rPr lang="en-US" sz="13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Amount, Season, Size, Color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53492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5166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behavior:  </a:t>
            </a:r>
            <a:pPr indent="0" marL="0">
              <a:buNone/>
            </a:pPr>
            <a:r>
              <a:rPr lang="en-US" sz="13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Applied, Previous Purchases, Frequency, Review Rating, Shipping, Payment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customers drive the majority of revenue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91640"/>
            <a:ext cx="4709160" cy="4023360"/>
          </a:xfrm>
          <a:prstGeom prst="roundRect">
            <a:avLst>
              <a:gd name="adj" fmla="val 2727"/>
            </a:avLst>
          </a:prstGeom>
          <a:solidFill>
            <a:srgbClr val="F4F8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23760" y="19659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2.1×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revenue from male customers than female customers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5204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also outnumber women in the customer base (2,652 vs. 1,248), so the gap reflects both a larger male segment and consistent average spend — pointing to a clear opportunity to grow the under-monetized female segment.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barely changes spend — but the base is huge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91640"/>
            <a:ext cx="5669280" cy="1874520"/>
          </a:xfrm>
          <a:prstGeom prst="roundRect">
            <a:avLst>
              <a:gd name="adj" fmla="val 5854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6364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8745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($170,436) comes from non-subscribers — 2,847 of 3,900 customers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3749040"/>
            <a:ext cx="5669280" cy="1965960"/>
          </a:xfrm>
          <a:prstGeom prst="roundRect">
            <a:avLst>
              <a:gd name="adj" fmla="val 5581"/>
            </a:avLst>
          </a:prstGeom>
          <a:solidFill>
            <a:srgbClr val="F4F8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393192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today functions as a retention label, not a spend driver. The large non-subscriber base is the single biggest untapped growth lever — converting even a fraction of it outweighs any gain from increasing subscriber spend.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base is loyal — but barely growing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03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8F8"/>
          </a:solidFill>
          <a:ln/>
        </p:spPr>
      </p:sp>
      <p:sp>
        <p:nvSpPr>
          <p:cNvPr id="6" name="Shape 3"/>
          <p:cNvSpPr/>
          <p:nvPr/>
        </p:nvSpPr>
        <p:spPr>
          <a:xfrm>
            <a:off x="6446520" y="18745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49440" y="1801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167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  ·  79.9%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487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previous purchases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31546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8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33375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494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  ·  18.0%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950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previous purchases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46177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8F8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48006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5093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  ·  2.1%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5413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or single purchase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products sell at a discount about half the time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4F8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 tops the list at exactly 50%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7889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items may be over-reliant on promotions to move volume — worth a margin review. Hat also ranks in the top 5 for customer rating, so the discount dependency isn’t a quality problem.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balanced across every age group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828800"/>
            <a:ext cx="3063240" cy="3749040"/>
          </a:xfrm>
          <a:prstGeom prst="roundRect">
            <a:avLst>
              <a:gd name="adj" fmla="val 3582"/>
            </a:avLst>
          </a:prstGeom>
          <a:solidFill>
            <a:srgbClr val="F4F8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2057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the highest and lowest age group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352044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appeals broadly across generations rather than skewing toward one age cohort — age-based targeting has a role, but it isn’t the primary lever.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data-backed levers to grow sales, satisfaction, and loyalty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974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non-subscribers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7472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high-visibility subscriber perks to the 73%-of-revenue non-subscriber 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6002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4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872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974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repeat buyers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47472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tier for 5+ purchase customers — today they subscribe at the same rate as everyone else.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4064" y="16002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4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644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064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26974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discount policy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47472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pricing on Hat, Sneakers, Coat, Sweater &amp; Pants — each discounts ~half the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51776" y="16002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4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4152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7415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6974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top-rated items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347472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Gloves, Sandals, Boots, Hat &amp; Skirt; use assortment-wide, not single-SKU, campaigns.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19488" y="160020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4F8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41864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4186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6974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female segment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47472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2:1 male revenue skew and target campaigns to close the gap.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“what happened” to “what predicts it”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questions above are descriptive. A logistic regression and a clustering pass were run to go a layer deeper — both validated against the full 3,900-row dataset.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33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04495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0.469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325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— no better than random chance (0.50)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75488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(gender, discount usage) were 100% pure predictors — a synthetic-data artifact, not signal — and were excluded. With them gone, no legitimate behavioral factor predicts subscription. This confirms Q9 with full statistical rigor: subscription can’t be targeted by behavior in this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7889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33F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304495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SEGMENTS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3832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984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325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a segment the current tiers miss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75488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purchase count × spend (k=4, silhouette-selected) splits customers into four even groups. One — high spend, low frequency — is invisible to the purchase-count-only Loyal/Returning/New tiers, and is a candidate for a spend-based retention approach instead of a frequency-based one.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133F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[Power BI Publish-to-Web link]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&amp; code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 repository link]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Fadil Ahmed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2026-08-31T18:14:50Z</dcterms:created>
  <dcterms:modified xsi:type="dcterms:W3CDTF">2026-08-31T18:14:50Z</dcterms:modified>
</cp:coreProperties>
</file>